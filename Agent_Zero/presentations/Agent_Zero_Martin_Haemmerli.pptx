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37" autoAdjust="0"/>
  </p:normalViewPr>
  <p:slideViewPr>
    <p:cSldViewPr snapToGrid="0" snapToObjects="1">
      <p:cViewPr varScale="1">
        <p:scale>
          <a:sx n="123" d="100"/>
          <a:sy n="123" d="100"/>
        </p:scale>
        <p:origin x="785" y="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87C6B-FF2E-4742-B304-8227299C9498}" type="datetimeFigureOut">
              <a:rPr lang="en-CH" smtClean="0"/>
              <a:t>07.03.2026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06607-5C1B-4A77-AC73-CC9DE438CB7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1300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06607-5C1B-4A77-AC73-CC9DE438CB70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5350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2000"/>
            </a:avLst>
          </a:prstGeom>
          <a:solidFill>
            <a:srgbClr val="0D1020"/>
          </a:solidFill>
          <a:ln w="12700">
            <a:solidFill>
              <a:srgbClr val="1E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14965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Agent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5579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FF"/>
                </a:solidFill>
                <a:latin typeface="Segoe UI"/>
              </a:defRPr>
            </a:pPr>
            <a:r>
              <a:rPr lang="en-GB" sz="1400" dirty="0"/>
              <a:t>Stop Reading Email and Teams Messages. Start Acting.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86925"/>
            <a:ext cx="2743200" cy="425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rPr dirty="0"/>
              <a:t>THE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95580"/>
            <a:ext cx="1737360" cy="989915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395580"/>
            <a:ext cx="54864" cy="980259"/>
          </a:xfrm>
          <a:prstGeom prst="roundRect">
            <a:avLst>
              <a:gd name="adj" fmla="val 2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39667"/>
            <a:ext cx="1508760" cy="48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28%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82727"/>
            <a:ext cx="1554480" cy="669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rPr dirty="0"/>
              <a:t>of a knowledge worker’s</a:t>
            </a:r>
            <a:br>
              <a:rPr dirty="0"/>
            </a:br>
            <a:r>
              <a:rPr dirty="0"/>
              <a:t>day spent reading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1395580"/>
            <a:ext cx="1737360" cy="980259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423160" y="1395580"/>
            <a:ext cx="45720" cy="980259"/>
          </a:xfrm>
          <a:prstGeom prst="roundRect">
            <a:avLst>
              <a:gd name="adj" fmla="val 2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1528888"/>
            <a:ext cx="1508760" cy="573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GB" dirty="0"/>
              <a:t>~3</a:t>
            </a:r>
            <a:r>
              <a:rPr dirty="0"/>
              <a:t>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82727"/>
            <a:ext cx="1554480" cy="669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daily wasted scanning</a:t>
            </a:r>
            <a:br/>
            <a:r>
              <a:t>for action items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395580"/>
            <a:ext cx="1737360" cy="980259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97679" y="1395580"/>
            <a:ext cx="45720" cy="980259"/>
          </a:xfrm>
          <a:prstGeom prst="roundRect">
            <a:avLst>
              <a:gd name="adj" fmla="val 2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39" y="1539667"/>
            <a:ext cx="1508760" cy="48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Missed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1882727"/>
            <a:ext cx="1554480" cy="669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deadlines, lost context,</a:t>
            </a:r>
            <a:br/>
            <a:r>
              <a:t>dropped threads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14200"/>
            <a:ext cx="5532120" cy="450593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2631262"/>
            <a:ext cx="5303520" cy="53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E0"/>
                </a:solidFill>
                <a:latin typeface="Segoe UI"/>
              </a:defRPr>
            </a:pPr>
            <a:r>
              <a:rPr lang="en-GB" sz="1000" dirty="0"/>
              <a:t>Outlook and Teams deliver messages. They never act on them. No agent watches your M365 for commitments, deadlines, or follow-ups — until now.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548640" y="3238874"/>
            <a:ext cx="5486400" cy="425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THE SOLUTION — 4 SPECIALIZED AI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0753"/>
            <a:ext cx="5532120" cy="851947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48640" y="3570753"/>
            <a:ext cx="54864" cy="851947"/>
          </a:xfrm>
          <a:prstGeom prst="roundRect">
            <a:avLst>
              <a:gd name="adj" fmla="val 2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7240" y="3753121"/>
            <a:ext cx="201168" cy="267755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753121"/>
            <a:ext cx="201168" cy="26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677006"/>
            <a:ext cx="2286000" cy="36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Discovery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684573"/>
            <a:ext cx="914400" cy="304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A5FA"/>
                </a:solidFill>
                <a:latin typeface="Segoe UI"/>
              </a:defRPr>
            </a:pPr>
            <a:r>
              <a:t>~60s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925472"/>
            <a:ext cx="4846320" cy="425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Scans email &amp; Teams subjects. Identifies actionable messages. Creates task cards with title, source, sender, and direct link.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283985"/>
            <a:ext cx="5532120" cy="851947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48640" y="4283985"/>
            <a:ext cx="54864" cy="851947"/>
          </a:xfrm>
          <a:prstGeom prst="roundRect">
            <a:avLst>
              <a:gd name="adj" fmla="val 2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77240" y="4466353"/>
            <a:ext cx="201168" cy="267755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4466353"/>
            <a:ext cx="201168" cy="26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390238"/>
            <a:ext cx="2286000" cy="36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Enrichment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397805"/>
            <a:ext cx="914400" cy="304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34D399"/>
                </a:solidFill>
                <a:latin typeface="Segoe UI"/>
              </a:defRPr>
            </a:pPr>
            <a:r>
              <a:t>~60–300s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638704"/>
            <a:ext cx="4846320" cy="425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Extracts full conversation content. Generates summaries with temporal awareness. Detects ambiguities and asks clarifying questions.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997216"/>
            <a:ext cx="5532120" cy="851947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48640" y="4997216"/>
            <a:ext cx="54864" cy="851947"/>
          </a:xfrm>
          <a:prstGeom prst="roundRect">
            <a:avLst>
              <a:gd name="adj" fmla="val 2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77240" y="5179584"/>
            <a:ext cx="201168" cy="267755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5179584"/>
            <a:ext cx="201168" cy="26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03469"/>
            <a:ext cx="2286000" cy="36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Update Check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111036"/>
            <a:ext cx="914400" cy="304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BBF24"/>
                </a:solidFill>
                <a:latin typeface="Segoe UI"/>
              </a:defRPr>
            </a:pPr>
            <a:r>
              <a:t>~30–90s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351935"/>
            <a:ext cx="4846320" cy="425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Detects new replies since last check. Updates summaries with only new information. Runs on every scan cycle.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710449"/>
            <a:ext cx="5532120" cy="851947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48640" y="5710449"/>
            <a:ext cx="54864" cy="851947"/>
          </a:xfrm>
          <a:prstGeom prst="roundRect">
            <a:avLst>
              <a:gd name="adj" fmla="val 2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77240" y="5892817"/>
            <a:ext cx="201168" cy="267755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" y="5892817"/>
            <a:ext cx="201168" cy="26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" y="5816702"/>
            <a:ext cx="2286000" cy="36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Search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5824269"/>
            <a:ext cx="914400" cy="304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0D4FF"/>
                </a:solidFill>
                <a:latin typeface="Segoe UI"/>
              </a:defRPr>
            </a:pPr>
            <a:r>
              <a:t>~30–120s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6065168"/>
            <a:ext cx="4846320" cy="425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Goal-oriented search with 3-attempt strategy, self-assessment, confidence levels, and bilingual keyword support.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11256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BUSINESS VALUE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1491404"/>
            <a:ext cx="5394960" cy="45720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400800" y="1491404"/>
            <a:ext cx="54864" cy="457200"/>
          </a:xfrm>
          <a:prstGeom prst="roundRect">
            <a:avLst>
              <a:gd name="adj" fmla="val 2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83680" y="1509692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⏱  </a:t>
            </a:r>
            <a:r>
              <a:rPr lang="en-GB" dirty="0"/>
              <a:t>~3</a:t>
            </a:r>
            <a:r>
              <a:rPr dirty="0"/>
              <a:t>0 min saved daily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17291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Eliminates manual email/Teams scanning per knowledge worker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2021755"/>
            <a:ext cx="5394960" cy="45720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400800" y="2021755"/>
            <a:ext cx="54864" cy="457200"/>
          </a:xfrm>
          <a:prstGeom prst="roundRect">
            <a:avLst>
              <a:gd name="adj" fmla="val 2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83680" y="204004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 Zero missed action items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2259499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AI identifies tasks humans might overlook in busy inboxes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2552108"/>
            <a:ext cx="5394960" cy="45720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400800" y="2552108"/>
            <a:ext cx="54864" cy="457200"/>
          </a:xfrm>
          <a:prstGeom prst="roundRect">
            <a:avLst>
              <a:gd name="adj" fmla="val 2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83680" y="25703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🔄  Automatic thread monitoring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27898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Continuous update checks — stay current without effort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3082459"/>
            <a:ext cx="5394960" cy="45720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6400800" y="3082459"/>
            <a:ext cx="54864" cy="457200"/>
          </a:xfrm>
          <a:prstGeom prst="roundRect">
            <a:avLst>
              <a:gd name="adj" fmla="val 2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83680" y="3100747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💰  Zero </a:t>
            </a:r>
            <a:r>
              <a:rPr lang="en-GB" dirty="0"/>
              <a:t>storage</a:t>
            </a:r>
            <a:r>
              <a:rPr dirty="0"/>
              <a:t> cost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3320203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Runs 100% locally — no cloud deployment, no new licenses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0" y="3612811"/>
            <a:ext cx="5394960" cy="45720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400800" y="3612811"/>
            <a:ext cx="54864" cy="457200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83680" y="363109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🔗  Works with existing M365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3850555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No migration needed — leverages current email and Teams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42346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RESPONSIBLE AI BY DESIGN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0" y="46003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🛡️  Hallucination Prevention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0" y="4783244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Agents report failure honestly — never fabricate information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0" y="50027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⚠️  Ambiguity Detection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0" y="51855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Uncertain results flagged as needs-review with clarifying questions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0" y="540503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🕰  Temporal Awareness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558791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Distinguishes current vs. historical information using timestamps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580737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🔒  Data Privacy &amp; Retention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0" y="599025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All data local — auto-deleted after configurable period (default 3 days)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0" y="6209707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👤  Human in the Loop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0" y="645566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AI provides summaries and recommendations — never acts autonomously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2000"/>
            </a:avLst>
          </a:prstGeom>
          <a:solidFill>
            <a:srgbClr val="0D1020"/>
          </a:solidFill>
          <a:ln w="12700">
            <a:solidFill>
              <a:srgbClr val="1E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48640" y="657711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rPr dirty="0"/>
              <a:t>Built with GitHub Copilot SDK  ·  Work IQ MCP  ·  Node.js + Express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0" y="657711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A5FA"/>
                </a:solidFill>
                <a:latin typeface="Segoe UI"/>
              </a:defRPr>
            </a:pPr>
            <a:r>
              <a:t>github.com/JohnMavic/Work_IQ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6223E6B8-9B4C-7B70-8E83-62EDD0EE9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-118872"/>
            <a:ext cx="1682497" cy="1682497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B97DC643-84A7-5B50-3282-D66A3429CA33}"/>
              </a:ext>
            </a:extLst>
          </p:cNvPr>
          <p:cNvSpPr txBox="1"/>
          <p:nvPr/>
        </p:nvSpPr>
        <p:spPr>
          <a:xfrm>
            <a:off x="10595498" y="507359"/>
            <a:ext cx="14159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  <a:latin typeface="Amasis MT Pro Medium" panose="020F0502020204030204" pitchFamily="18" charset="0"/>
              </a:rPr>
              <a:t>more impact</a:t>
            </a:r>
            <a:endParaRPr lang="en-CH" sz="1200" b="1" dirty="0">
              <a:solidFill>
                <a:schemeClr val="bg1"/>
              </a:solidFill>
              <a:latin typeface="Amasis MT Pro Medium" panose="020F0502020204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50392"/>
          </a:xfrm>
          <a:prstGeom prst="roundRect">
            <a:avLst>
              <a:gd name="adj" fmla="val 2000"/>
            </a:avLst>
          </a:prstGeom>
          <a:solidFill>
            <a:srgbClr val="0D1020"/>
          </a:solidFill>
          <a:ln w="12700">
            <a:solidFill>
              <a:srgbClr val="1E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310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Agent Zero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5387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rPr dirty="0"/>
              <a:t>End-to-end data flow from Microsoft 365 to actionable task cards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6766560" cy="77724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1704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🌐  Browser (index.html)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Dark-themed SPA  ·  Filter bar  ·  Task cards  ·  Agent interaction panels  ·  Step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74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▼  HTTP :3000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6766560" cy="77724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⚡  Express Server (server.js)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REST API  ·  Scan orchestration  ·  6 Skill files (docs/)  ·  Write queue  ·  Error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71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▼  Copilot SDK (stdio)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971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▼  fs read/write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3108960" cy="77724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364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🤖  GitHub Copilot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758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@github/copilot-sdk v0.1.25</a:t>
            </a:r>
            <a:br/>
            <a:r>
              <a:t>Session manager  ·  AI orchestration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291840"/>
            <a:ext cx="3108960" cy="77724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3364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📋  tasks.json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6758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Local JSON store  ·  No cloud</a:t>
            </a:r>
            <a:br/>
            <a:r>
              <a:t>Auto-cleanup after 3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2802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rPr dirty="0"/>
              <a:t>▼  MCP (</a:t>
            </a:r>
            <a:r>
              <a:rPr dirty="0" err="1"/>
              <a:t>stdio</a:t>
            </a:r>
            <a:r>
              <a:rPr dirty="0"/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3108960" cy="77724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462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🔌  Work IQ MCP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773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@microsoft/workiq v0.2.8</a:t>
            </a:r>
            <a:br/>
            <a:r>
              <a:t>Microsoft Search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7549" y="5166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rPr dirty="0"/>
              <a:t>▼  Microsoft Search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6766560" cy="64008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5595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☁️  Microsoft 365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338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Email  ·  Teams  ·  Calendar  ·  SharePoint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01737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337418"/>
            <a:ext cx="3840480" cy="292608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83880" y="137399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Runtime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137399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Node.js v22.15.0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1684890"/>
            <a:ext cx="3840480" cy="292608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83880" y="172146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172146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Express 5.2.1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2032362"/>
            <a:ext cx="3840480" cy="292608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83880" y="206893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AI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206893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@github/copilot-sdk 0.1.25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2379834"/>
            <a:ext cx="3840480" cy="292608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83880" y="241641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M365 Access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241641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@microsoft/workiq 0.2.8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2727306"/>
            <a:ext cx="3840480" cy="292608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83880" y="276388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276388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Single-file HTML/CSS/JS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3074778"/>
            <a:ext cx="3840480" cy="292608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83880" y="311135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Storage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311135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Local JSON — no cloud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353197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AGENT ZERO IN ACTION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3852018"/>
            <a:ext cx="3840480" cy="228600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Screenshot 2026-03-04 1657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3897737"/>
            <a:ext cx="3749040" cy="219456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2000"/>
            </a:avLst>
          </a:prstGeom>
          <a:solidFill>
            <a:srgbClr val="0D1020"/>
          </a:solidFill>
          <a:ln w="12700">
            <a:solidFill>
              <a:srgbClr val="1E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" y="657711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rPr dirty="0"/>
              <a:t>GitHub Copilot SDK Enterprise Challenge  ·  March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657711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A5FA"/>
                </a:solidFill>
                <a:latin typeface="Segoe UI"/>
              </a:defRPr>
            </a:pPr>
            <a:r>
              <a:t>github.com/JohnMavic/Work_IQ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C1390C2D-2AC4-5233-359D-A242031F0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-118872"/>
            <a:ext cx="1682497" cy="1682497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584DDC7-658D-AB59-8DD9-5E4DA16AC0C6}"/>
              </a:ext>
            </a:extLst>
          </p:cNvPr>
          <p:cNvSpPr txBox="1"/>
          <p:nvPr/>
        </p:nvSpPr>
        <p:spPr>
          <a:xfrm>
            <a:off x="10595498" y="507359"/>
            <a:ext cx="14159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  <a:latin typeface="Amasis MT Pro Medium" panose="020F0502020204030204" pitchFamily="18" charset="0"/>
              </a:rPr>
              <a:t>more impact</a:t>
            </a:r>
            <a:endParaRPr lang="en-CH" sz="1200" b="1" dirty="0">
              <a:solidFill>
                <a:schemeClr val="bg1"/>
              </a:solidFill>
              <a:latin typeface="Amasis MT Pro Medium" panose="020F0502020204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549</Words>
  <Application>Microsoft Office PowerPoint</Application>
  <PresentationFormat>Widescreen</PresentationFormat>
  <Paragraphs>89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Amasis MT Pro Medium</vt:lpstr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Hämmerli</cp:lastModifiedBy>
  <cp:revision>2</cp:revision>
  <dcterms:created xsi:type="dcterms:W3CDTF">2013-01-27T09:14:16Z</dcterms:created>
  <dcterms:modified xsi:type="dcterms:W3CDTF">2026-03-07T01:29:58Z</dcterms:modified>
  <cp:category/>
</cp:coreProperties>
</file>